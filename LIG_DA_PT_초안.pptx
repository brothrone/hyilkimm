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20초] 안녕하십니까, 생산기술 직무에 지원한 [이름]입니다. 5분 동안 제가 왜 생산기술에 적합한 사람인지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1분] 생산기술은 양산 공정의 품질·수율·생산성·납기를 책임지는 직무라고 이해합니다. 방산 제품 특성상 신뢰성과 표준화가 핵심이며, 저는 세 가지 강점이 있습니다. 다음 장의 프로젝트로 증명하겠습니다.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2분 40초] 문제 → 원인 → 해결 → 성과 순서. 내 역할을 "제가 직접"으로 분명히 말하고, 선택 이유와 대안도 한 문장씩 준비. 예상질문: 본인 역할은? 왜 그 방법? 다른 대안은?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1분] 단기·중기·장기 순으로. 마무리: 끝까지 책임지는 생산기술 엔지니어로 기여하겠습니다.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 D&amp;A  |  기계-구미 (생산기술)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[한 줄 슬로건]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공정을 끝까지 파고드는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생산기술 엔지니어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[이름]   |   [학교 / 전공]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생산기술은 "양산 품질과 생산성을 책임지는 직무"입니다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조립·시험 중심의 방산 제품 특성상 고신뢰성 · 공정 표준화 · 수율 관리가 핵심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57400"/>
            <a:ext cx="548640" cy="54864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설계·도면 해석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[CAD 툴 / 공차 해석 경험]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[근거: 프로젝트·자격증]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82880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2057400"/>
            <a:ext cx="548640" cy="54864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 역량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[원인 분석 방법론]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[근거: 개선 사례·수치]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828800"/>
            <a:ext cx="2606040" cy="2651760"/>
          </a:xfrm>
          <a:prstGeom prst="roundRect">
            <a:avLst>
              <a:gd name="adj" fmla="val 42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057400"/>
            <a:ext cx="548640" cy="54864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실행·협업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2461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[팀 프로젝트·현장 경험]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[근거: 역할·성과]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[프로젝트명]: [핵심 성과 한 줄]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210312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87452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[어떤 공정/설비에서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문제였나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(수치)]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21488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8C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280160"/>
            <a:ext cx="1828800" cy="210312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187452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[5Why / 특성요인도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데이터 측정]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1488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8C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280160"/>
            <a:ext cx="1828800" cy="210312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1417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1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187452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[내가 직접 한 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치공구·공정 변경 등]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1280160"/>
            <a:ext cx="2103120" cy="2103120"/>
          </a:xfrm>
          <a:prstGeom prst="roundRect">
            <a:avLst>
              <a:gd name="adj" fmla="val 4348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8288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8C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[00%]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697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[불량률 감소 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결과]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6118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[전·후 비교 사진/도면 삽입 영역]   배운 점: [생산기술에 적용할 포인트 한 줄]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입사 후, 이렇게 기여하겠습니다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단기 1~2년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제품·공정 학습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문제 개선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작업 정착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28016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중기 3~5년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965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수율·원가 개선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자동화/스마트팩토리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제품 양산 대응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965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[공정 전문가로서의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비전 한 줄]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끝까지 책임지는 생산기술 엔지니어가 되겠습니다.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2026-10-17T05:50:46Z</dcterms:created>
  <dcterms:modified xsi:type="dcterms:W3CDTF">2026-10-17T05:50:46Z</dcterms:modified>
</cp:coreProperties>
</file>